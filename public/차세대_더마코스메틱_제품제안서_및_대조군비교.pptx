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OOD2020\Desktop\skills\dovemayo-site\public\cosmetic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621792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CELLAPURE BIOLABS  |  2026 OFFICIAL DECK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58000" y="13716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COSMETIC
</a:t>
            </a:r>
            <a:pPr indent="0" marL="0">
              <a:buNone/>
            </a:pPr>
            <a:r>
              <a:rPr lang="en-US" sz="4800" i="1" dirty="0">
                <a:solidFill>
                  <a:srgbClr val="E28D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UP
</a:t>
            </a:r>
            <a:pPr indent="0" marL="0">
              <a:buNone/>
            </a:pPr>
            <a:r>
              <a:rPr lang="en-US" sz="1300" i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 &amp; Derma Proposal ────────────────────
</a:t>
            </a:r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바이오 리페어 앰플 신제품 제안서
</a:t>
            </a:r>
            <a:pPr indent="0" marL="0">
              <a:buNone/>
            </a:pPr>
            <a:r>
              <a:rPr lang="en-US" sz="1200" i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CellaPure™ Bio-Barrier Repair Ampoule
</a:t>
            </a:r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50nm 나노-리포솜 침투 공법 &amp; 4대 대조군 정밀 비교 임상 분석 보고서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5836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4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167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5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005840" cy="731520"/>
          </a:xfrm>
          <a:prstGeom prst="rtTriangl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4" name="Image 0" descr="C:\Users\GOOD2020\Desktop\skills\dovemayo-site\public\cosmetic_produc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005840"/>
            <a:ext cx="210312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CHARACTERISTICS
</a:t>
            </a:r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COSMETIC FEATURES  </a:t>
            </a:r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바이오 리페어 앰플 3대 핵심 특징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200400" y="1920240"/>
            <a:ext cx="2560320" cy="4023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37560" y="2011680"/>
            <a:ext cx="2286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50nm 나노-리포솜 침투 공법
</a:t>
            </a:r>
            <a:pPr indent="0" marL="0">
              <a:buNone/>
            </a:pPr>
            <a:r>
              <a:rPr lang="en-US" sz="950" i="1" dirty="0">
                <a:solidFill>
                  <a:srgbClr val="73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Ultra-Micro Nano Liposome
</a:t>
            </a:r>
            <a:pPr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모공(20,000nm)의 1/400 미세 캡슐레이션으로 각질층 30층을 무자극 통과하여 기저층까지 유효성분 직접 전달
</a:t>
            </a:r>
            <a:pPr indent="0" marL="0">
              <a:buNone/>
            </a:pPr>
            <a:r>
              <a:rPr lang="en-US" sz="14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4.8배 (480%)
</a:t>
            </a:r>
            <a:pPr indent="0" marL="0">
              <a:buNone/>
            </a:pPr>
            <a:r>
              <a:rPr lang="en-US" sz="85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진피층 침투 유효율 향상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97880" y="1920240"/>
            <a:ext cx="2560320" cy="4023360"/>
          </a:xfrm>
          <a:prstGeom prst="roundRect">
            <a:avLst/>
          </a:prstGeom>
          <a:solidFill>
            <a:srgbClr val="FEF2F4"/>
          </a:solidFill>
          <a:ln w="12700">
            <a:solidFill>
              <a:srgbClr val="E28D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2011680"/>
            <a:ext cx="2286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병풀 엑소좀 72% 고농축
</a:t>
            </a:r>
            <a:pPr indent="0" marL="0">
              <a:buNone/>
            </a:pPr>
            <a:r>
              <a:rPr lang="en-US" sz="950" i="1" dirty="0">
                <a:solidFill>
                  <a:srgbClr val="73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Centella Asiatica Exosome
</a:t>
            </a:r>
            <a:pPr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정제수(0%)를 전면 배제하고 세포 간 신호전달 나노 소포체인 병풀 엑소좀을 72% 고함량 적용하여 손상 장벽을 초고속 복구
</a:t>
            </a:r>
            <a:pPr indent="0" marL="0">
              <a:buNone/>
            </a:pPr>
            <a:r>
              <a:rPr lang="en-US" sz="14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720,000 ppm
</a:t>
            </a:r>
            <a:pPr indent="0" marL="0">
              <a:buNone/>
            </a:pPr>
            <a:r>
              <a:rPr lang="en-US" sz="85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엑소좀 원액 함유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0" y="1920240"/>
            <a:ext cx="2560320" cy="4023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2011680"/>
            <a:ext cx="2286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무자극 3중 장벽 코팅
</a:t>
            </a:r>
            <a:pPr indent="0" marL="0">
              <a:buNone/>
            </a:pPr>
            <a:r>
              <a:rPr lang="en-US" sz="950" i="1" dirty="0">
                <a:solidFill>
                  <a:srgbClr val="7373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Lamellar Liquid Crystal
</a:t>
            </a:r>
            <a:pPr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세라마이드·콜레스테롤·지방산(3:1:1)의 생체 모사 라멜라 액정 구조가 피부 지질막과 결합하여 수분 증발(TEWL) 원천 차단
</a:t>
            </a:r>
            <a:pPr indent="0" marL="0">
              <a:buNone/>
            </a:pPr>
            <a:r>
              <a:rPr lang="en-US" sz="14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 완전 무자극
</a:t>
            </a:r>
            <a:pPr indent="0" marL="0">
              <a:buNone/>
            </a:pPr>
            <a:r>
              <a:rPr lang="en-US" sz="85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더마 5-Star 획득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4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STUDY  |  4-WAY BENCHMARK
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Cosmetic Brand · 대조군 제품비교 분석표</a:t>
            </a:r>
            <a:endParaRPr lang="en-US" sz="950" dirty="0"/>
          </a:p>
        </p:txBody>
      </p:sp>
      <p:pic>
        <p:nvPicPr>
          <p:cNvPr id="3" name="Image 0" descr="C:\Users\GOOD2020\Desktop\skills\dovemayo-site\public\cosmetic_produc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0" y="457200"/>
            <a:ext cx="2468880" cy="100584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본 제품 (셀라퓨어)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9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대조군 A (럭셔리 E사)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대조군 B (H&amp;B 1위 C사)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대조군 (Placebo)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원료 &amp; 베이스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병풀 엑소좀 72% + 세콜지 3:1:1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비피다 발효용해물 10%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병풀추출물 10% (정제수)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정제수 + 글리세린 기제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 침투 메커니즘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50nm 나노-리포솜 (표피 기저층)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마이크로 캡슐 (각질층 중상부)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수용액 (각질 표면층)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도포 (각질층 미투과)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24h 손상장벽 회복률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6336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89.4% (즉각 개선)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68.2%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52.1%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14.3% (자연 치유)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피부 자극 지수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 (완전 무자극)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0.08 (미자극 · 인공향)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0.02 (저자극)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 (무자극)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제형 흡수 속도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12초 (잔여감/끈적임 0%)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28초 (유분감 잔여)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18초 (수분 증발 빠름)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35초 (단순 건조)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소비자 판매가 (50ml)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49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68,000원 (합리적 프리미엄)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185,000원 (고가)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32,000원 (보급형)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(비매품 대조군)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장벽 복구 우위: +31.1% vs 럭셔리 E사   |   ● 가격 경쟁력: 63.2% 세이브 (18.5만 → 6.8만)   |   ● 성분 클린도: 전성분 EWG Green 100%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5836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4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OOD2020\Desktop\skills\dovemayo-site\public\cosmetic_mod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"/>
            <a:ext cx="6217920" cy="5943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457200"/>
            <a:ext cx="4846320" cy="5943600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35354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32320" y="731520"/>
            <a:ext cx="429768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8D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STUDY &amp; VALIDATION
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4-Week Clinical Trial
</a:t>
            </a:r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20~40대 성인 여성 30인 대상 28일간 이중맹검 인체적용시험 결과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손상 피부 장벽 회복률 (28일 TEWL 측정)
</a:t>
            </a:r>
            <a:pPr indent="0" marL="0">
              <a:buNone/>
            </a:pPr>
            <a:r>
              <a:rPr lang="en-US" sz="950" b="1" dirty="0">
                <a:solidFill>
                  <a:srgbClr val="E28D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■ 셀라퓨어: 89.4% 개선 (압도적 회복 우위)
</a:t>
            </a:r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□ 대조군 A: 68.2%  |  대조군 B: 52.1%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피부 기저층 속보습 수분도 개선율
</a:t>
            </a:r>
            <a:pPr indent="0" marL="0">
              <a:buNone/>
            </a:pPr>
            <a:r>
              <a:rPr lang="en-US" sz="950" b="1" dirty="0">
                <a:solidFill>
                  <a:srgbClr val="E28D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■ 셀라퓨어: +74.8% 수분량 증가
</a:t>
            </a:r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□ 대조군 A: +61.5%  |  대조군 B: +39.2%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붉은기 진정 소요일: 2.1일 (대조군 A 4.3일 대비 2배 신속)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피부 자극 지수: 0.00 완전 무자극 (독일 더마 5-Star 획득)
</a:t>
            </a:r>
            <a:pPr indent="0" marL="0">
              <a:buNone/>
            </a:pPr>
            <a:r>
              <a:rPr lang="en-US" sz="1300" i="1" dirty="0">
                <a:solidFill>
                  <a:srgbClr val="E28D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Clinically Proven Bio-Barrier Solution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E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OOD2020\Desktop\skills\dovemayo-site\public\cosmetic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3474720" cy="2011680"/>
          </a:xfrm>
          <a:prstGeom prst="rect">
            <a:avLst/>
          </a:prstGeom>
        </p:spPr>
      </p:pic>
      <p:pic>
        <p:nvPicPr>
          <p:cNvPr id="3" name="Image 1" descr="C:\Users\GOOD2020\Desktop\skills\dovemayo-site\public\cosmetic_product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457200"/>
            <a:ext cx="3474720" cy="2011680"/>
          </a:xfrm>
          <a:prstGeom prst="rect">
            <a:avLst/>
          </a:prstGeom>
        </p:spPr>
      </p:pic>
      <p:pic>
        <p:nvPicPr>
          <p:cNvPr id="4" name="Image 2" descr="C:\Users\GOOD2020\Desktop\skills\dovemayo-site\public\cosmetic_mode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457200"/>
            <a:ext cx="3474720" cy="20116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2743200"/>
            <a:ext cx="12188952" cy="3749040"/>
          </a:xfrm>
          <a:prstGeom prst="rect">
            <a:avLst/>
          </a:prstGeom>
          <a:solidFill>
            <a:srgbClr val="FEF0F4"/>
          </a:solidFill>
          <a:ln w="12700">
            <a:solidFill>
              <a:srgbClr val="E28D9D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914400" y="29260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STRATEGY
</a:t>
            </a:r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Launch Roadmap</a:t>
            </a:r>
            <a:endParaRPr lang="en-US" sz="950" dirty="0"/>
          </a:p>
        </p:txBody>
      </p:sp>
      <p:sp>
        <p:nvSpPr>
          <p:cNvPr id="7" name="Shape 2"/>
          <p:cNvSpPr/>
          <p:nvPr/>
        </p:nvSpPr>
        <p:spPr>
          <a:xfrm>
            <a:off x="822960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D2DB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960120" y="406908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2026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포뮬러 완성 &amp; 인증
</a:t>
            </a:r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더마테스트 인증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식약처 미백·주름 이중기능성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3520440" y="3931920"/>
            <a:ext cx="2514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496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657600" y="406908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2026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런칭 &amp; 에스테틱
</a:t>
            </a:r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자사몰 &amp; 프리미엄 H&amp;B 입점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120개 피부과 제휴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217920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D2D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355080" y="406908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라인업 확장
</a:t>
            </a:r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바이오 배리어 크림 런칭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피부과 시술 후 전용 키트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915400" y="3931920"/>
            <a:ext cx="2514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AD2D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052560" y="406908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시장 진출
</a:t>
            </a:r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큐텐/라쿠텐 런칭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아마존 K-더마 진출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583680" y="182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4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작업물은 이해를 돕기위한 가상의 데이터입니다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(주)셀라퓨어 바이오랩스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차세대 바이오 리페어 앰플 신제품 제안서 및 대조군 비교 분석</dc:title>
  <dc:subject>PptxGenJS Presentation</dc:subject>
  <dc:creator>CELLAPURE BIOLABS</dc:creator>
  <cp:lastModifiedBy>CELLAPURE BIOLABS</cp:lastModifiedBy>
  <cp:revision>1</cp:revision>
  <dcterms:created xsi:type="dcterms:W3CDTF">2026-09-27T10:38:46Z</dcterms:created>
  <dcterms:modified xsi:type="dcterms:W3CDTF">2026-09-27T10:38:46Z</dcterms:modified>
</cp:coreProperties>
</file>